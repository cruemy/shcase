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Gm+qSNVxZl0XtbSqoCU8QY/Ep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07040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23841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17397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00708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38584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6797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16618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35695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69452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645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23996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290688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915000" y="2199474"/>
            <a:ext cx="731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main_title</a:t>
            </a:r>
            <a:endParaRPr sz="3600"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1823075" y="2968050"/>
            <a:ext cx="54978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s-MX" dirty="0" err="1">
                <a:solidFill>
                  <a:srgbClr val="00BED6"/>
                </a:solidFill>
                <a:latin typeface="Poppins"/>
                <a:ea typeface="Poppins"/>
                <a:cs typeface="Poppins"/>
                <a:sym typeface="Poppins"/>
              </a:rPr>
              <a:t>secondary_title</a:t>
            </a:r>
            <a:endParaRPr dirty="0">
              <a:solidFill>
                <a:srgbClr val="00BE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slide_title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content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44AD8C7-D257-42A5-A19C-E8E5EDD69E91}" vid="{43D0C1EF-9708-4461-A2AA-93F6D4FA1AC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10</Words>
  <Application>Microsoft Office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Poppins</vt:lpstr>
      <vt:lpstr>Arial</vt:lpstr>
      <vt:lpstr>Theme1</vt:lpstr>
      <vt:lpstr>main_title</vt:lpstr>
      <vt:lpstr>slide_title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SOPORTE LIONDEV</dc:creator>
  <cp:lastModifiedBy>SOPORTE LIONDEV</cp:lastModifiedBy>
  <cp:revision>2</cp:revision>
  <dcterms:modified xsi:type="dcterms:W3CDTF">2026-05-20T16:56:04Z</dcterms:modified>
</cp:coreProperties>
</file>