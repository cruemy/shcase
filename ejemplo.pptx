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8" r:id="rId17"/>
    <p:sldId id="259" r:id="rId18"/>
    <p:sldId id="260" r:id="rId19"/>
    <p:sldId id="261" r:id="rId20"/>
    <p:sldId id="262" r:id="rId21"/>
    <p:sldId id="263" r:id="rId22"/>
    <p:sldId id="264" r:id="rId2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Gm+qSNVxZl0XtbSqoCU8QY/Ep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7" Type="http://schemas.openxmlformats.org/officeDocument/2006/relationships/font" Target="fonts/font3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4" Type="http://schemas.openxmlformats.org/officeDocument/2006/relationships/viewProps" Target="viewProps.xml"/><Relationship Id="rId17" Type="http://schemas.openxmlformats.org/officeDocument/2006/relationships/slide" Target="slides/slide3.xml"/>
    <Relationship Id="rId18" Type="http://schemas.openxmlformats.org/officeDocument/2006/relationships/slide" Target="slides/slide4.xml"/>
    <Relationship Id="rId19" Type="http://schemas.openxmlformats.org/officeDocument/2006/relationships/slide" Target="slides/slide5.xml"/>
    <Relationship Id="rId20" Type="http://schemas.openxmlformats.org/officeDocument/2006/relationships/slide" Target="slides/slide6.xml"/>
    <Relationship Id="rId21" Type="http://schemas.openxmlformats.org/officeDocument/2006/relationships/slide" Target="slides/slide7.xml"/>
    <Relationship Id="rId22" Type="http://schemas.openxmlformats.org/officeDocument/2006/relationships/slide" Target="slides/slide8.xml"/>
    <Relationship Id="rId23" Type="http://schemas.openxmlformats.org/officeDocument/2006/relationships/slide" Target="slides/slide9.xml"/>
    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6218806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996218806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07040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23841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17397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00708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38584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67977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16618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356956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69452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645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239969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mtClean="0"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0290688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915000" y="2199474"/>
            <a:ext cx="73140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600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Introducción a Docker</a:t>
            </a:r>
            <a:endParaRPr sz="3600"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1823075" y="2968050"/>
            <a:ext cx="54978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s-MX" dirty="0" err="1">
                <a:solidFill>
                  <a:srgbClr val="00BED6"/>
                </a:solidFill>
                <a:latin typeface="Poppins"/>
                <a:ea typeface="Poppins"/>
                <a:cs typeface="Poppins"/>
                <a:sym typeface="Poppins"/>
              </a:rPr>
              <a:t>Contenedores para desarrolladores</a:t>
            </a:r>
            <a:endParaRPr dirty="0">
              <a:solidFill>
                <a:srgbClr val="00BE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¿Qué es Docker?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Docker es una plataforma que permite ejecutar aplicaciones en contenedores.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Contenedores vs Máquinas Virtuales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Una máquina virtual incluye su propio sistema operativo invitado.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Imágenes y Contenedores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Una imagen es un plano de solo lectura. Un contenedor es una instancia.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El Dockerfile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El Dockerfile es un archivo de texto con instrucciones para construir una imagen.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Comandos esenciales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- docker build, docker run, docker ps, docker images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Docker Compose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Docker Compose permite definir y ejecutar aplicaciones multi-contenedor.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96218806f_1_17"/>
          <p:cNvSpPr txBox="1">
            <a:spLocks noGrp="1"/>
          </p:cNvSpPr>
          <p:nvPr>
            <p:ph type="title"/>
          </p:nvPr>
        </p:nvSpPr>
        <p:spPr>
          <a:xfrm>
            <a:off x="347500" y="1656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b="1" dirty="0" err="1">
                <a:solidFill>
                  <a:srgbClr val="0093C9"/>
                </a:solidFill>
                <a:latin typeface="Poppins"/>
                <a:ea typeface="Poppins"/>
                <a:cs typeface="Poppins"/>
                <a:sym typeface="Poppins"/>
              </a:rPr>
              <a:t>Buenas prácticas</a:t>
            </a:r>
            <a:endParaRPr b="1" dirty="0">
              <a:solidFill>
                <a:srgbClr val="0093C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g3996218806f_1_17"/>
          <p:cNvSpPr txBox="1">
            <a:spLocks noGrp="1"/>
          </p:cNvSpPr>
          <p:nvPr>
            <p:ph type="body" idx="1"/>
          </p:nvPr>
        </p:nvSpPr>
        <p:spPr>
          <a:xfrm>
            <a:off x="347500" y="738350"/>
            <a:ext cx="8520600" cy="33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s-MX" sz="1100" dirty="0" err="1">
                <a:latin typeface="Poppins"/>
                <a:ea typeface="Poppins"/>
                <a:cs typeface="Poppins"/>
                <a:sym typeface="Poppins"/>
              </a:rPr>
              <a:t>Usá imágenes base pequeñas como Alpine.</a:t>
            </a:r>
            <a:endParaRPr lang="es-MX"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44AD8C7-D257-42A5-A19C-E8E5EDD69E91}" vid="{43D0C1EF-9708-4461-A2AA-93F6D4FA1AC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10</Words>
  <Application>Microsoft Office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Poppins</vt:lpstr>
      <vt:lpstr>Arial</vt:lpstr>
      <vt:lpstr>Theme1</vt:lpstr>
      <vt:lpstr>main_title</vt:lpstr>
      <vt:lpstr>slide_title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SOPORTE LIONDEV</dc:creator>
  <cp:lastModifiedBy>SOPORTE LIONDEV</cp:lastModifiedBy>
  <cp:revision>2</cp:revision>
  <dcterms:modified xsi:type="dcterms:W3CDTF">2026-05-20T16:56:04Z</dcterms:modified>
</cp:coreProperties>
</file>